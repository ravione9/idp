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82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4692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0" y="137160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89720" y="22402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972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0" y="22402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D28D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625328" y="12070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2B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62532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Lenskart IdP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SSO Rollout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&amp; Road to Full Enrollment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applications live on Single Sign-On today   ·   </a:t>
            </a:r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enrollment by mid-September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&amp; DevOps  ·  July 2026  ·  idp.lenskart.com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today: 5 applications behind one login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sign-in goes through the Lenskart Identity Provider — company credentials + MFA, fully audited.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D6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53512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D6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0732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357073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53512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Netskope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44952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service edge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53512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66944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D6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4164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5884164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66944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protection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0376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D6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97596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819759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580376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71816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0376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93808" y="182880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  <a:effectLst>
            <a:outerShdw sx="100000" sy="100000" kx="0" ky="0" algn="bl" rotWithShape="0" blurRad="101600" dist="25400" dir="5400000">
              <a:srgbClr val="3B1D6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11028" y="21031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102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893808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Mail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85248" y="33649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email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93808" y="36576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· LIVE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82296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enrolled on SSO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56432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</p:sp>
      <p:sp>
        <p:nvSpPr>
          <p:cNvPr id="38" name="Text 36"/>
          <p:cNvSpPr/>
          <p:nvPr/>
        </p:nvSpPr>
        <p:spPr>
          <a:xfrm>
            <a:off x="3456432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3639312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password per employee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2784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</p:sp>
      <p:sp>
        <p:nvSpPr>
          <p:cNvPr id="41" name="Text 39"/>
          <p:cNvSpPr/>
          <p:nvPr/>
        </p:nvSpPr>
        <p:spPr>
          <a:xfrm>
            <a:off x="6272784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6455664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MFA-protected &amp; audited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89136" y="45720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DE7F9"/>
          </a:solidFill>
          <a:ln/>
        </p:spPr>
      </p:sp>
      <p:sp>
        <p:nvSpPr>
          <p:cNvPr id="44" name="Text 42"/>
          <p:cNvSpPr/>
          <p:nvPr/>
        </p:nvSpPr>
        <p:spPr>
          <a:xfrm>
            <a:off x="9089136" y="4709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9272016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per-app passwords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to 100% enrollment — target mid-September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 app is configuration, not a project — each wave is registry setup, entitlement mapping, and a joint sign-off test.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10332720" cy="0"/>
          </a:xfrm>
          <a:prstGeom prst="line">
            <a:avLst/>
          </a:prstGeom>
          <a:noFill/>
          <a:ln w="38100">
            <a:solidFill>
              <a:srgbClr val="D8C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3956" y="2276856"/>
            <a:ext cx="201168" cy="201168"/>
          </a:xfrm>
          <a:prstGeom prst="ellipse">
            <a:avLst/>
          </a:prstGeom>
          <a:solidFill>
            <a:srgbClr val="6D28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EDE7F9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— Security &amp; 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ITOps · Netskope · SentinelOne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 Backup · Zoho 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67428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Aug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— Core business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3592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 HRMS · ServiceNow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00900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4184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Aug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44184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27064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— Collaboration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27064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(as 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SaaS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34372" y="2276856"/>
            <a:ext cx="201168" cy="201168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77656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77656" y="278892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0536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 — Internal apps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60536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tools · legacy apps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SAML / OIDC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5486400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3B1D6E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486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corporate application signs in through the IdP by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</a:t>
            </a:r>
            <a:pPr indent="0" marL="0">
              <a:buNone/>
            </a:pPr>
            <a:r>
              <a:rPr lang="en-US" sz="15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after which direct/local logins are disabled app by app.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lifecycle: onboarding to auto-suspend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4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entirely by the HR system — no tickets, no manual account work in either direction.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JOINER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HR record 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entered in HRMS — the single source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</p:sp>
      <p:sp>
        <p:nvSpPr>
          <p:cNvPr id="9" name="Shape 7"/>
          <p:cNvSpPr/>
          <p:nvPr/>
        </p:nvSpPr>
        <p:spPr>
          <a:xfrm>
            <a:off x="3557016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Identity auto-created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receives the joiner event and creates the account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</p:sp>
      <p:sp>
        <p:nvSpPr>
          <p:cNvPr id="13" name="Shape 11"/>
          <p:cNvSpPr/>
          <p:nvPr/>
        </p:nvSpPr>
        <p:spPr>
          <a:xfrm>
            <a:off x="6336792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Access auto-granted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83096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Birthright rules assign apps by dept &amp; role; AD, Google, email provisioned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59952" y="2500884"/>
            <a:ext cx="329184" cy="256032"/>
          </a:xfrm>
          <a:prstGeom prst="rightArrow">
            <a:avLst/>
          </a:prstGeom>
          <a:solidFill>
            <a:srgbClr val="C9BBE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16568" y="19202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EDE7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One login, all apps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62872" y="23957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signs in with MFA and sees their app tiles — productive on day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3657600"/>
            <a:ext cx="4114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657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 sync watches every employee, every day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— LEAVER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Exit marked in HRMS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/ termination recorded by HR — nothing else required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</p:sp>
      <p:sp>
        <p:nvSpPr>
          <p:cNvPr id="27" name="Shape 25"/>
          <p:cNvSpPr/>
          <p:nvPr/>
        </p:nvSpPr>
        <p:spPr>
          <a:xfrm>
            <a:off x="3557016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Auto-suspend fires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03320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suspends the identity and kills every active session instantly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0176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</p:sp>
      <p:sp>
        <p:nvSpPr>
          <p:cNvPr id="31" name="Shape 29"/>
          <p:cNvSpPr/>
          <p:nvPr/>
        </p:nvSpPr>
        <p:spPr>
          <a:xfrm>
            <a:off x="6336792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F7E6EA"/>
          </a:solidFill>
          <a:ln w="12700">
            <a:solidFill>
              <a:srgbClr val="B336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Access revoked everywhere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83096" y="51389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Google, Zoho and all SSO apps disabled via connectors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59952" y="5244084"/>
            <a:ext cx="329184" cy="256032"/>
          </a:xfrm>
          <a:prstGeom prst="rightArrow">
            <a:avLst/>
          </a:prstGeom>
          <a:solidFill>
            <a:srgbClr val="E0B7C0"/>
          </a:solidFill>
          <a:ln/>
        </p:spPr>
      </p:sp>
      <p:sp>
        <p:nvSpPr>
          <p:cNvPr id="35" name="Shape 33"/>
          <p:cNvSpPr/>
          <p:nvPr/>
        </p:nvSpPr>
        <p:spPr>
          <a:xfrm>
            <a:off x="9116568" y="4663440"/>
            <a:ext cx="2395728" cy="1417320"/>
          </a:xfrm>
          <a:prstGeom prst="roundRect">
            <a:avLst>
              <a:gd name="adj" fmla="val 5806"/>
            </a:avLst>
          </a:prstGeom>
          <a:solidFill>
            <a:srgbClr val="B3364B"/>
          </a:solidFill>
          <a:ln w="12700">
            <a:solidFill>
              <a:srgbClr val="B336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2872" y="4773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62872" y="53035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HR exit event to zero access — with a full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buys Lenskart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D6E"/>
                </a:solidFill>
              </a:rPr>
              <a:t>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leaver retains access — ever. Phishing surface shrinks: one MFA-protected credential instead of dozens of passwords.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8144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</p:sp>
      <p:sp>
        <p:nvSpPr>
          <p:cNvPr id="9" name="Shape 7"/>
          <p:cNvSpPr/>
          <p:nvPr/>
        </p:nvSpPr>
        <p:spPr>
          <a:xfrm>
            <a:off x="3666744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0" name="Text 8"/>
          <p:cNvSpPr/>
          <p:nvPr/>
        </p:nvSpPr>
        <p:spPr>
          <a:xfrm>
            <a:off x="36667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D6E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66744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66744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and access grant is recorded in a tamper-evident audit trail. Access reviews and audit evidence in hours, not weeks.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64808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D6E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4808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64808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are productive on day 1 with zero IT tickets. One portal, one password, every app.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34272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4B2B85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2872" y="1737360"/>
            <a:ext cx="502920" cy="502920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26287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D6E"/>
                </a:solidFill>
              </a:rPr>
              <a:t>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62872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62872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commercial SSO + governance suites (Okta / SailPoint class) — in-house platform, no per-user licence fees.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2–4 app enrollment to hit the September 15 target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enforcement ramp across all departments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production platform go-live (Kubernetes, multi-zone)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quarterly access-review campaign with app owners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2026-07-30T03:53:13Z</dcterms:created>
  <dcterms:modified xsi:type="dcterms:W3CDTF">2026-07-30T03:53:13Z</dcterms:modified>
</cp:coreProperties>
</file>