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93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D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77824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46920" y="13716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0" y="13716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1560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89720" y="22402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8972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0" y="22402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625328" y="12070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2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62532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IdP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SSO Rollout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&amp; Road to Full Enrollment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applications live on Single Sign-On today   ·   </a:t>
            </a:r>
            <a:r>
              <a:rPr lang="en-US" sz="16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enrollment by mid-September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&amp; DevOps  ·  July 2026  ·  idp.lenskart.com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today: 5 applications behind one login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sign-in goes through the Lenskart Identity Provider — company credentials + MFA (TOTP / email OTP), fully audited.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01600" dist="25400" dir="5400000" algn="bl" rotWithShape="0">
              <a:srgbClr val="3B1D6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57300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573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53512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01600" dist="25400" dir="5400000" algn="bl" rotWithShape="0">
              <a:srgbClr val="3B1D6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70732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7073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53512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44952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service edge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53512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66944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01600" dist="25400" dir="5400000" algn="bl" rotWithShape="0">
              <a:srgbClr val="3B1D6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84164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84164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66944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8384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6944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0376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01600" dist="25400" dir="5400000" algn="bl" rotWithShape="0">
              <a:srgbClr val="3B1D6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197596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19759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580376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Backup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71816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0376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93808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01600" dist="25400" dir="5400000" algn="bl" rotWithShape="0">
              <a:srgbClr val="3B1D6E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10511028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51102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89380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Mail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85248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email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93808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tested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82296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enrolled on SSO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56432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56432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3639312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password per employee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2784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72784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6455664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MFA-protected &amp; audited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89136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089136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9272016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per-app passwords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to 100% enrollment — target mid-September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 app is configuration, not a project — each wave is registry setup, entitlement mapping, and a joint sign-off test.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10332720" cy="0"/>
          </a:xfrm>
          <a:prstGeom prst="line">
            <a:avLst/>
          </a:prstGeom>
          <a:noFill/>
          <a:ln w="38100">
            <a:solidFill>
              <a:srgbClr val="D8C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33956" y="2276856"/>
            <a:ext cx="201168" cy="201168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EDE7F9"/>
          </a:solidFill>
          <a:ln w="12700">
            <a:solidFill>
              <a:srgbClr val="E3D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960120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— Security &amp; 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ITOps · Netskope · SentinelOne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Backup · Zoho Mail, </a:t>
            </a:r>
            <a:r>
              <a:rPr lang="en-US" sz="1200" dirty="0" err="1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- 20 Aug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67428" y="2276856"/>
            <a:ext cx="201168" cy="201168"/>
          </a:xfrm>
          <a:prstGeom prst="ellipse">
            <a:avLst/>
          </a:prstGeom>
          <a:solidFill>
            <a:srgbClr val="F2B3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10712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Aug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0712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593592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93592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— Core business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93592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</a:t>
            </a:r>
            <a:r>
              <a:rPr lang="en-US" sz="1200" dirty="0" err="1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20 Aug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00900" y="2276856"/>
            <a:ext cx="201168" cy="201168"/>
          </a:xfrm>
          <a:prstGeom prst="ellipse">
            <a:avLst/>
          </a:prstGeom>
          <a:solidFill>
            <a:srgbClr val="F2B3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44184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Aug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44184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27064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27064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— Collaboration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27064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Slack,zoom</a:t>
            </a: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- 20 </a:t>
            </a:r>
            <a:r>
              <a:rPr lang="en-US" sz="1200" dirty="0" err="1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34372" y="2276856"/>
            <a:ext cx="201168" cy="201168"/>
          </a:xfrm>
          <a:prstGeom prst="ellipse">
            <a:avLst/>
          </a:prstGeom>
          <a:solidFill>
            <a:srgbClr val="F2B3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77656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Mid-Sept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77656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860536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0536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 — Internal apps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60536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tools · legacy apps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SAML / OIDC --  20 Sep 2026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486400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3B1D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51560" y="5486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corporate application signs in through the IdP by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15, 2026</a:t>
            </a:r>
            <a:r>
              <a:rPr lang="en-US" sz="15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after which direct/local logins are disabled app by app.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lifecycle: onboarding to auto-suspend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are fetched from Google Workspace &amp; Active Directory — MFA via TOTP or email OTP.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23544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onboarded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completes HR onboarding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2500884"/>
            <a:ext cx="329184" cy="256032"/>
          </a:xfrm>
          <a:prstGeom prst="rightArrow">
            <a:avLst/>
          </a:prstGeom>
          <a:solidFill>
            <a:srgbClr val="C9BB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57016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0332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Email ID created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mailbox + account created in Google Workspace &amp; Active Directory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2500884"/>
            <a:ext cx="329184" cy="256032"/>
          </a:xfrm>
          <a:prstGeom prst="rightArrow">
            <a:avLst/>
          </a:prstGeom>
          <a:solidFill>
            <a:srgbClr val="C9BB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36792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83096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Identity fetched by IdP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83096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syncs the identity from Google &amp; AD; user enrols MFA — TOTP or email OTP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59952" y="2500884"/>
            <a:ext cx="329184" cy="256032"/>
          </a:xfrm>
          <a:prstGeom prst="rightArrow">
            <a:avLst/>
          </a:prstGeom>
          <a:solidFill>
            <a:srgbClr val="C9BB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16568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262872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Birthright access (ABAC)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62872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auto-grants apps from attributes — department, role, location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34640" y="3657600"/>
            <a:ext cx="64922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834640" y="36576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access?  Role requested via Service Desk ticket → approved → granted by IdP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F7E6EA"/>
          </a:solidFill>
          <a:ln w="12700">
            <a:solidFill>
              <a:srgbClr val="B336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23544" y="4773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Leaving process starts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" y="51389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recorded — identity flagged for offboarding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5244084"/>
            <a:ext cx="329184" cy="256032"/>
          </a:xfrm>
          <a:prstGeom prst="rightArrow">
            <a:avLst/>
          </a:prstGeom>
          <a:solidFill>
            <a:srgbClr val="E0B7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557016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F7E6EA"/>
          </a:solidFill>
          <a:ln w="12700">
            <a:solidFill>
              <a:srgbClr val="B336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03320" y="4773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Auto-suspend fires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03320" y="51389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suspends the identity and kills every active session instantly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0176" y="5244084"/>
            <a:ext cx="329184" cy="256032"/>
          </a:xfrm>
          <a:prstGeom prst="rightArrow">
            <a:avLst/>
          </a:prstGeom>
          <a:solidFill>
            <a:srgbClr val="E0B7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36792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F7E6EA"/>
          </a:solidFill>
          <a:ln w="12700">
            <a:solidFill>
              <a:srgbClr val="B336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83096" y="4773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Access revoked everywhere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83096" y="51389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AD and all SSO apps disabled via connectors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59952" y="5244084"/>
            <a:ext cx="329184" cy="256032"/>
          </a:xfrm>
          <a:prstGeom prst="rightArrow">
            <a:avLst/>
          </a:prstGeom>
          <a:solidFill>
            <a:srgbClr val="E0B7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116568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B3364B"/>
          </a:solidFill>
          <a:ln w="12700">
            <a:solidFill>
              <a:srgbClr val="B336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262872" y="4773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262872" y="5303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exit to zero access — with a full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1D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buys Lenskart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1D6E"/>
                </a:solidFill>
              </a:rPr>
              <a:t>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leaver retains access — ever. Phishing surface shrinks: one MFA-protected credential instead of dozens of passwords.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8144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66744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667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1D6E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66744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66744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and access grant is recorded in a tamper-evident audit trail. Access reviews and audit evidence in hours, not weeks.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64808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6480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1D6E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64808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64808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are productive on day 1 with zero IT tickets. One portal, one password, every app.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34272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262872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26287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1D6E"/>
                </a:solidFill>
              </a:rPr>
              <a:t>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62872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62872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commercial SSO + governance suites (Okta / SailPoint class) — in-house platform, no per-user licence fees.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 app enrollment to hit the September 15 target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enforcement ramp across all departments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production platform go-live (Kubernetes, multi-zone)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quarterly access-review campaign with app owners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576</Words>
  <Application>Microsoft Office PowerPoint</Application>
  <PresentationFormat>Widescreen</PresentationFormat>
  <Paragraphs>106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 Verma 116970</cp:lastModifiedBy>
  <cp:revision>2</cp:revision>
  <dcterms:created xsi:type="dcterms:W3CDTF">2026-07-30T04:01:20Z</dcterms:created>
  <dcterms:modified xsi:type="dcterms:W3CDTF">2026-07-30T05:10:18Z</dcterms:modified>
</cp:coreProperties>
</file>